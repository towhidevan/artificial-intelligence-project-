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2801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41E3C"/>
          </a:solidFill>
          <a:ln w="12700">
            <a:solidFill>
              <a:srgbClr val="141E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"/>
            <a:ext cx="2011680" cy="2011680"/>
          </a:xfrm>
          <a:prstGeom prst="ellipse">
            <a:avLst/>
          </a:prstGeom>
          <a:solidFill>
            <a:srgbClr val="00BFA6">
              <a:alpha val="20000"/>
            </a:srgbClr>
          </a:solidFill>
          <a:ln w="12700">
            <a:solidFill>
              <a:srgbClr val="00BFA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731520"/>
            <a:ext cx="1371600" cy="1371600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00BF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8001000" y="1920240"/>
            <a:ext cx="109728" cy="6858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SYSTEM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2344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Mystery Solver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109728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5146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Bayesian Network-Based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System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Probabilistic Crime Analysis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·  Probability Theory  ·  Investigative Reasoning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will learn from this project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50876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8016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129844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Bayesian Networks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probabilistic graphical models and their structure in AI systems.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150876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28016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669280" y="129844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Probabilistic Inference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65192" y="193852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Bayesian inference updates beliefs as new evidence is introduced.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114800" cy="150876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97180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34440" y="299008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Uncertainty Modeling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" y="363016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uncertainty mathematically — beyond simple rule-based logic.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880360"/>
            <a:ext cx="4114800" cy="150876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297180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669280" y="299008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Application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65192" y="363016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AI &amp; probability theory to simulate investigative crime reasoning.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41E3C"/>
          </a:solidFill>
          <a:ln w="12700">
            <a:solidFill>
              <a:srgbClr val="14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Mystery Solver?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Solver is an intelligent decision-support system that uses Bayesian Networks to solve fictional mystery scenarios by calculating the probability of each suspect being guilty based on available evidence.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234440"/>
            <a:ext cx="3017520" cy="1005840"/>
          </a:xfrm>
          <a:prstGeom prst="rect">
            <a:avLst/>
          </a:prstGeom>
          <a:solidFill>
            <a:srgbClr val="1A2855"/>
          </a:solidFill>
          <a:ln w="19050">
            <a:solidFill>
              <a:srgbClr val="00B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0" y="1307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0" y="16184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Clues &amp; Evidence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52160" y="2423160"/>
            <a:ext cx="3017520" cy="1005840"/>
          </a:xfrm>
          <a:prstGeom prst="rect">
            <a:avLst/>
          </a:prstGeom>
          <a:solidFill>
            <a:srgbClr val="1A2855"/>
          </a:solidFill>
          <a:ln w="19050">
            <a:solidFill>
              <a:srgbClr val="00BF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2496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35040" y="28072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Bayesian Network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52160" y="3611880"/>
            <a:ext cx="3017520" cy="1005840"/>
          </a:xfrm>
          <a:prstGeom prst="rect">
            <a:avLst/>
          </a:prstGeom>
          <a:solidFill>
            <a:srgbClr val="1A2855"/>
          </a:solidFill>
          <a:ln w="19050">
            <a:solidFill>
              <a:srgbClr val="00BF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3685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35040" y="39959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Suspect Probabilities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AI + Probability Theory to simulate real-world investigative reasoning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Workflow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103120" y="1920240"/>
            <a:ext cx="32004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2331720" y="1801368"/>
            <a:ext cx="91440" cy="31089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417320"/>
            <a:ext cx="1874520" cy="265176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685800" cy="68580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54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23774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Inputs 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3035808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Clues like alibis, motives, witness statements, fingerprints are entered into the system.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15968" y="1920240"/>
            <a:ext cx="32004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4544568" y="1801368"/>
            <a:ext cx="91440" cy="31089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41448" y="1417320"/>
            <a:ext cx="1874520" cy="265176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35808" y="1554480"/>
            <a:ext cx="685800" cy="68580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5808" y="1554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32888" y="23774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Modeling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32888" y="3035808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 suspects, motives, opportunities &amp; evidence are modeled as a Bayesian Network.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28816" y="1920240"/>
            <a:ext cx="32004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6757416" y="1801368"/>
            <a:ext cx="91440" cy="31089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54296" y="1417320"/>
            <a:ext cx="1874520" cy="265176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48656" y="1554480"/>
            <a:ext cx="685800" cy="68580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48656" y="1554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45736" y="23774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Bayesian Inference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45736" y="3035808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clue updates belief through conditional probability — posterior probabilities are calculated.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67144" y="1417320"/>
            <a:ext cx="1874520" cy="265176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61504" y="1554480"/>
            <a:ext cx="685800" cy="68580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61504" y="1554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58584" y="23774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Probability Output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58584" y="3035808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continuously revises and displays guilt probabilities for each suspect.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is handled mathematically — the system revises probabilities as new information is added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41E3C"/>
          </a:solidFill>
          <a:ln w="12700">
            <a:solidFill>
              <a:srgbClr val="14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Theoretical Foundations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481328"/>
            <a:ext cx="2788920" cy="1508760"/>
          </a:xfrm>
          <a:prstGeom prst="rect">
            <a:avLst/>
          </a:prstGeom>
          <a:solidFill>
            <a:srgbClr val="1A2855"/>
          </a:solidFill>
          <a:ln w="12700">
            <a:solidFill>
              <a:srgbClr val="1A28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481328"/>
            <a:ext cx="2788920" cy="54864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Model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8328" y="1828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Bayesian Networks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" y="219456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graphical models that represent variables and their conditional dependencies via a directed acyclic graph (DAG).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72968" y="1481328"/>
            <a:ext cx="2788920" cy="1508760"/>
          </a:xfrm>
          <a:prstGeom prst="rect">
            <a:avLst/>
          </a:prstGeom>
          <a:solidFill>
            <a:srgbClr val="1A2855"/>
          </a:solidFill>
          <a:ln w="12700">
            <a:solidFill>
              <a:srgbClr val="1A28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2968" y="1481328"/>
            <a:ext cx="2788920" cy="54864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2696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P(A|B)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82696" y="1828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Conditional Probability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82696" y="219456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P(A|B) — probability of event A given that B is true. The mathematical backbone of all inference in this system.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17336" y="1481328"/>
            <a:ext cx="2788920" cy="1508760"/>
          </a:xfrm>
          <a:prstGeom prst="rect">
            <a:avLst/>
          </a:prstGeom>
          <a:solidFill>
            <a:srgbClr val="1A2855"/>
          </a:solidFill>
          <a:ln w="12700">
            <a:solidFill>
              <a:srgbClr val="1A28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1481328"/>
            <a:ext cx="2788920" cy="54864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27064" y="1828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 Probability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27064" y="219456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belief about a suspect's guilt before any evidence is considered. The starting point of reasoning.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172968"/>
            <a:ext cx="2788920" cy="1508760"/>
          </a:xfrm>
          <a:prstGeom prst="rect">
            <a:avLst/>
          </a:prstGeom>
          <a:solidFill>
            <a:srgbClr val="1A2855"/>
          </a:solidFill>
          <a:ln w="12700">
            <a:solidFill>
              <a:srgbClr val="1A28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172968"/>
            <a:ext cx="2788920" cy="54864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32644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" y="35204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Posterior Probability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" y="388620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belief after incorporating new evidence using Bayes' theorem: P(H|E) = P(E|H)·P(H) / P(E).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72968" y="3172968"/>
            <a:ext cx="2788920" cy="1508760"/>
          </a:xfrm>
          <a:prstGeom prst="rect">
            <a:avLst/>
          </a:prstGeom>
          <a:solidFill>
            <a:srgbClr val="1A2855"/>
          </a:solidFill>
          <a:ln w="12700">
            <a:solidFill>
              <a:srgbClr val="1A28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72968" y="3172968"/>
            <a:ext cx="2788920" cy="54864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82696" y="32644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82696" y="35204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Probabilistic Reasoning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82696" y="388620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decisions under uncertainty by assigning degrees of belief rather than binary true/false judgments.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17336" y="3172968"/>
            <a:ext cx="2788920" cy="1508760"/>
          </a:xfrm>
          <a:prstGeom prst="rect">
            <a:avLst/>
          </a:prstGeom>
          <a:solidFill>
            <a:srgbClr val="1A2855"/>
          </a:solidFill>
          <a:ln w="12700">
            <a:solidFill>
              <a:srgbClr val="1A28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17336" y="3172968"/>
            <a:ext cx="2788920" cy="54864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27064" y="32644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27064" y="35204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Propagation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27064" y="388620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by which new clues flow through the network to update all connected probability estimates.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TYPES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Clues Accepted by the System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65760" y="135331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clue type feeds directly into the Bayesian Network and contributes probabilistic weight toward calculating suspect guilt.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577840" y="1024128"/>
            <a:ext cx="502920" cy="502920"/>
          </a:xfrm>
          <a:prstGeom prst="ellipse">
            <a:avLst/>
          </a:prstGeom>
          <a:solidFill>
            <a:srgbClr val="0B1340"/>
          </a:solidFill>
          <a:ln w="19050">
            <a:solidFill>
              <a:srgbClr val="00B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0" y="1024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960120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9875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Alibi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12435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or challenges suspect's claimed location at time of crime.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77840" y="1828800"/>
            <a:ext cx="502920" cy="502920"/>
          </a:xfrm>
          <a:prstGeom prst="ellipse">
            <a:avLst/>
          </a:prstGeom>
          <a:solidFill>
            <a:srgbClr val="0B1340"/>
          </a:solidFill>
          <a:ln w="19050">
            <a:solidFill>
              <a:srgbClr val="00B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764792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7922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204825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 suspect might have committed the crime.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77840" y="2633472"/>
            <a:ext cx="502920" cy="502920"/>
          </a:xfrm>
          <a:prstGeom prst="ellipse">
            <a:avLst/>
          </a:prstGeom>
          <a:solidFill>
            <a:srgbClr val="0B1340"/>
          </a:solidFill>
          <a:ln w="19050">
            <a:solidFill>
              <a:srgbClr val="00BF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2569464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5968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Witness Statement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8529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accounts that confirm or deny involvement.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77840" y="3438144"/>
            <a:ext cx="502920" cy="502920"/>
          </a:xfrm>
          <a:prstGeom prst="ellipse">
            <a:avLst/>
          </a:prstGeom>
          <a:solidFill>
            <a:srgbClr val="0B1340"/>
          </a:solidFill>
          <a:ln w="19050">
            <a:solidFill>
              <a:srgbClr val="00BF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3438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3374136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4015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Fingerprints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36576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forensic evidence linking suspect to crime scene.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77840" y="4242816"/>
            <a:ext cx="502920" cy="502920"/>
          </a:xfrm>
          <a:prstGeom prst="ellipse">
            <a:avLst/>
          </a:prstGeom>
          <a:solidFill>
            <a:srgbClr val="0B1340"/>
          </a:solidFill>
          <a:ln w="19050">
            <a:solidFill>
              <a:srgbClr val="00BF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4242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4178808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4206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Opportunity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44622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suspect had access and means to commit the crime.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484</Words>
  <Application>Microsoft Office PowerPoint</Application>
  <PresentationFormat>On-screen Show (16:9)</PresentationFormat>
  <Paragraphs>89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Mystery Solver</dc:title>
  <dc:subject>PptxGenJS Presentation</dc:subject>
  <dc:creator>Mystery Solver Project</dc:creator>
  <cp:lastModifiedBy>Md. Nafiz Un</cp:lastModifiedBy>
  <cp:revision>2</cp:revision>
  <dcterms:created xsi:type="dcterms:W3CDTF">2026-04-25T17:26:52Z</dcterms:created>
  <dcterms:modified xsi:type="dcterms:W3CDTF">2026-04-25T22:33:19Z</dcterms:modified>
</cp:coreProperties>
</file>